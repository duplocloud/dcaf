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0000"/>
                </a:solidFill>
              </a:defRPr>
            </a:pPr>
            <a:r>
              <a:t>DCAF Core</a:t>
            </a:r>
          </a:p>
          <a:p>
            <a:pPr algn="ctr">
              <a:defRPr sz="2800">
                <a:solidFill>
                  <a:srgbClr val="646464"/>
                </a:solidFill>
              </a:defRPr>
            </a:pPr>
            <a:r>
              <a:t>Building AI Agents with Simplicity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What is DCAF Core?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DCAF = DuploCloud Agent Framework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A Python framework for building LLM-powered AI agents with: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Tool calling - Execute functions on behalf of users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Human-in-the-loop - Pause for approval on sensitive operations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Session state - Persist data across conversation turns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Streaming - Real-time token-by-token output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REST API - One-line HTTP server deployment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Philosophy: Hide complexity, expose simplicity.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The Complete Picture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3931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19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from dcaf.core import Agent, serve</a:t>
            </a:r>
            <a:br/>
            <a:r>
              <a:t>from dcaf.tools import tool</a:t>
            </a:r>
            <a:br/>
            <a:br/>
            <a:r>
              <a:t>@tool(description="List Kubernetes pods")</a:t>
            </a:r>
            <a:br/>
            <a:r>
              <a:t>def list_pods(namespace: str = "default") -&gt; str:</a:t>
            </a:r>
            <a:br/>
            <a:r>
              <a:t>    return kubectl(f"get pods -n {namespace}")</a:t>
            </a:r>
            <a:br/>
            <a:br/>
            <a:r>
              <a:t>@tool(requires_approval=True, description="Delete a pod")</a:t>
            </a:r>
            <a:br/>
            <a:r>
              <a:t>def delete_pod(name: str, namespace: str = "default") -&gt; str:</a:t>
            </a:r>
            <a:br/>
            <a:r>
              <a:t>    return kubectl(f"delete pod {name} -n {namespace}")</a:t>
            </a:r>
            <a:br/>
            <a:br/>
            <a:r>
              <a:t>agent = Agent(tools=[list_pods, delete_pod])</a:t>
            </a:r>
            <a:br/>
            <a:r>
              <a:t>serve(agent)  # Running at http://localhost:8000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The Agent</a:t>
            </a:r>
          </a:p>
          <a:p>
            <a:pPr algn="ctr">
              <a:defRPr sz="2400">
                <a:solidFill>
                  <a:srgbClr val="646464"/>
                </a:solidFill>
              </a:defRPr>
            </a:pPr>
            <a:r>
              <a:t>Your LLM-powered assistant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What is an Agent?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An Agent is an LLM-powered assistant that can: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Understand natural language requests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Decide which tools to use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Execute tools (with approval when needed)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Maintain conversation context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Return helpful responses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The Agent is the central orchestrator of your AI workflow.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Creating an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Minimal configuration, maximum capability: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from dcaf.core import Agent</a:t>
            </a:r>
            <a:br/>
            <a:br/>
            <a:r>
              <a:t># Create an agent with tools</a:t>
            </a:r>
            <a:br/>
            <a:r>
              <a:t>agent = Agent(</a:t>
            </a:r>
            <a:br/>
            <a:r>
              <a:t>    tools=[list_pods, delete_pod, scale_deployment],</a:t>
            </a:r>
            <a:br/>
            <a:r>
              <a:t>    system="You are a Kubernetes assistant for the production cluster.",</a:t>
            </a:r>
            <a:br/>
            <a:r>
              <a:t>)</a:t>
            </a:r>
            <a:br/>
            <a:br/>
            <a:r>
              <a:t># Run programmatically</a:t>
            </a:r>
            <a:br/>
            <a:r>
              <a:t>response = agent.run([</a:t>
            </a:r>
            <a:br/>
            <a:r>
              <a:t>    {"role": "user", "content": "What pods are running?"}</a:t>
            </a:r>
            <a:br/>
            <a:r>
              <a:t>])</a:t>
            </a:r>
            <a:br/>
            <a:br/>
            <a:r>
              <a:t>print(response.text)</a:t>
            </a:r>
            <a:br/>
            <a:r>
              <a:t># "Here are the pods currently running: nginx, redis, api..."</a:t>
            </a:r>
            <a:br/>
            <a:br/>
            <a:r>
              <a:t># Check if approval is needed</a:t>
            </a:r>
            <a:br/>
            <a:r>
              <a:t>if response.needs_approval:</a:t>
            </a:r>
            <a:br/>
            <a:r>
              <a:t>    print("Approval required for:", response.pending_tools)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Agent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Constructor parameters: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tools - List of @tool decorated functions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system - System prompt for the LLM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model - LLM model ID (default: Claude 3 Sonnet)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provider - LLM provider (bedrock, anthropic, openai)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high_risk_tools - Tool names that always need approval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on_event - Event handlers for logging/notifications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request_interceptors - Modify requests before LLM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response_interceptors - Modify responses after LLM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Custom Agent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For complex workflows, use a function instead of Agent class: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from dcaf.core import Agent, AgentResult, serve</a:t>
            </a:r>
            <a:br/>
            <a:br/>
            <a:r>
              <a:t>def my_agent(messages: list, context: dict) -&gt; AgentResult:</a:t>
            </a:r>
            <a:br/>
            <a:r>
              <a:t>    tenant = context.get("tenant_name")</a:t>
            </a:r>
            <a:br/>
            <a:r>
              <a:t>    </a:t>
            </a:r>
            <a:br/>
            <a:r>
              <a:t>    # Step 1: Classify intent</a:t>
            </a:r>
            <a:br/>
            <a:r>
              <a:t>    classifier = Agent(system="Classify as: query or action")</a:t>
            </a:r>
            <a:br/>
            <a:r>
              <a:t>    intent = classifier.run(messages)</a:t>
            </a:r>
            <a:br/>
            <a:r>
              <a:t>    </a:t>
            </a:r>
            <a:br/>
            <a:r>
              <a:t>    # Step 2: Route to appropriate handler</a:t>
            </a:r>
            <a:br/>
            <a:r>
              <a:t>    if "action" in intent.text.lower():</a:t>
            </a:r>
            <a:br/>
            <a:r>
              <a:t>        executor = Agent(tools=[list_pods, delete_pod])</a:t>
            </a:r>
            <a:br/>
            <a:r>
              <a:t>        result = executor.run(messages)</a:t>
            </a:r>
            <a:br/>
            <a:r>
              <a:t>        return AgentResult(text=result.text, pending_tools=result.pending_tools)</a:t>
            </a:r>
            <a:br/>
            <a:r>
              <a:t>    </a:t>
            </a:r>
            <a:br/>
            <a:r>
              <a:t>    return AgentResult(text=intent.text)</a:t>
            </a:r>
            <a:br/>
            <a:br/>
            <a:r>
              <a:t>serve(my_agent)  # Works the same as Agent class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Defining Tools</a:t>
            </a:r>
          </a:p>
          <a:p>
            <a:pPr algn="ctr">
              <a:defRPr sz="2400">
                <a:solidFill>
                  <a:srgbClr val="646464"/>
                </a:solidFill>
              </a:defRPr>
            </a:pPr>
            <a:r>
              <a:t>Functions your agent can call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What is a Tool?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A Tool is a function that your Agent can call to: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Query external systems (databases, APIs, Kubernetes)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Perform calculations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Execute operations (create, update, delete)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Access files or resources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The Agent decides which tools to use based on the user's request.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You define tools with the @tool decorator.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Three Ways to Define Tool Schemas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Option 1: Auto-Generate (Simplest)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   Schema inferred from function signature - zero config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Option 2: Dict Schema (Full Control)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   Pass explicit JSON Schema for validation, enums, constraints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Option 3: Pydantic Model (Type-Safe)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   Pass a BaseModel class for IDE support and reusability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The framework normalizes all three to JSON Schema internally.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Option 1: Auto-Generated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Just add type hints - DCAF does the rest: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from dcaf.tools import tool</a:t>
            </a:r>
            <a:br/>
            <a:br/>
            <a:r>
              <a:t>@tool(description="Scale a Kubernetes deployment")</a:t>
            </a:r>
            <a:br/>
            <a:r>
              <a:t>def scale_deployment(</a:t>
            </a:r>
            <a:br/>
            <a:r>
              <a:t>    name: str,                    # Required string</a:t>
            </a:r>
            <a:br/>
            <a:r>
              <a:t>    replicas: int,                # Required integer</a:t>
            </a:r>
            <a:br/>
            <a:r>
              <a:t>    namespace: str = "default"    # Optional with default</a:t>
            </a:r>
            <a:br/>
            <a:r>
              <a:t>) -&gt; str:</a:t>
            </a:r>
            <a:br/>
            <a:r>
              <a:t>    return kubectl(f"scale deployment {name} --replicas={replicas} -n {namespace}")</a:t>
            </a:r>
            <a:br/>
            <a:br/>
            <a:r>
              <a:t># Auto-generates JSON Schema:</a:t>
            </a:r>
            <a:br/>
            <a:r>
              <a:t># {</a:t>
            </a:r>
            <a:br/>
            <a:r>
              <a:t>#   "type": "object",</a:t>
            </a:r>
            <a:br/>
            <a:r>
              <a:t>#   "properties": {</a:t>
            </a:r>
            <a:br/>
            <a:r>
              <a:t>#     "name": {"type": "string"},</a:t>
            </a:r>
            <a:br/>
            <a:r>
              <a:t>#     "replicas": {"type": "integer"},</a:t>
            </a:r>
            <a:br/>
            <a:r>
              <a:t>#     "namespace": {"type": "string", "default": "default"}</a:t>
            </a:r>
            <a:br/>
            <a:r>
              <a:t>#   },</a:t>
            </a:r>
            <a:br/>
            <a:r>
              <a:t>#   "required": ["name", "replicas"]</a:t>
            </a:r>
            <a:br/>
            <a:r>
              <a:t># 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Option 2: Dict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Full JSON Schema control for enums, constraints, patterns: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@tool(</a:t>
            </a:r>
            <a:br/>
            <a:r>
              <a:t>    description="Scale a deployment",</a:t>
            </a:r>
            <a:br/>
            <a:r>
              <a:t>    schema={</a:t>
            </a:r>
            <a:br/>
            <a:r>
              <a:t>        "type": "object",</a:t>
            </a:r>
            <a:br/>
            <a:r>
              <a:t>        "properties": {</a:t>
            </a:r>
            <a:br/>
            <a:r>
              <a:t>            "name": {"type": "string", "minLength": 1, "maxLength": 63},</a:t>
            </a:r>
            <a:br/>
            <a:r>
              <a:t>            "replicas": {"type": "integer", "minimum": 0, "maximum": 100},</a:t>
            </a:r>
            <a:br/>
            <a:r>
              <a:t>            "namespace": {</a:t>
            </a:r>
            <a:br/>
            <a:r>
              <a:t>                "type": "string",</a:t>
            </a:r>
            <a:br/>
            <a:r>
              <a:t>                "enum": ["default", "staging", "production"]</a:t>
            </a:r>
            <a:br/>
            <a:r>
              <a:t>            }</a:t>
            </a:r>
            <a:br/>
            <a:r>
              <a:t>        },</a:t>
            </a:r>
            <a:br/>
            <a:r>
              <a:t>        "required": ["name", "replicas"]</a:t>
            </a:r>
            <a:br/>
            <a:r>
              <a:t>    }</a:t>
            </a:r>
            <a:br/>
            <a:r>
              <a:t>)</a:t>
            </a:r>
            <a:br/>
            <a:r>
              <a:t>def scale_deployment(name: str, replicas: int, namespace: str = "default") -&gt; str:</a:t>
            </a:r>
            <a:br/>
            <a:r>
              <a:t>    return kubectl(f"scale deployment {name} --replicas={replicas} -n {namespace}")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Option 3: Pydantic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Type-safe with IDE autocomplete and reusability: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3931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from pydantic import BaseModel, Field</a:t>
            </a:r>
            <a:br/>
            <a:r>
              <a:t>from typing import Literal</a:t>
            </a:r>
            <a:br/>
            <a:br/>
            <a:r>
              <a:t>class ScaleDeploymentInput(BaseModel):</a:t>
            </a:r>
            <a:br/>
            <a:r>
              <a:t>    name: str = Field(..., description="Deployment name", min_length=1)</a:t>
            </a:r>
            <a:br/>
            <a:r>
              <a:t>    replicas: int = Field(..., ge=0, le=100, description="Target replicas")</a:t>
            </a:r>
            <a:br/>
            <a:r>
              <a:t>    namespace: Literal["default", "staging", "production"] = "default"</a:t>
            </a:r>
            <a:br/>
            <a:br/>
            <a:r>
              <a:t>@tool(description="Scale a deployment", schema=ScaleDeploymentInput)</a:t>
            </a:r>
            <a:br/>
            <a:r>
              <a:t>def scale_deployment(name: str, replicas: int, namespace: str = "default") -&gt; str:</a:t>
            </a:r>
            <a:br/>
            <a:r>
              <a:t>    return kubectl(f"scale deployment {name} --replicas={replicas} -n {namespace}")</a:t>
            </a:r>
            <a:br/>
            <a:br/>
            <a:r>
              <a:t># Benefits: IDE autocomplete, type checking, reusable across tools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Serving the Agent</a:t>
            </a:r>
          </a:p>
          <a:p>
            <a:pPr algn="ctr">
              <a:defRPr sz="2400">
                <a:solidFill>
                  <a:srgbClr val="646464"/>
                </a:solidFill>
              </a:defRPr>
            </a:pPr>
            <a:r>
              <a:t>REST API in one line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The serve()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One-line REST API server: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from dcaf.core import Agent, serve</a:t>
            </a:r>
            <a:br/>
            <a:br/>
            <a:r>
              <a:t>agent = Agent(tools=[...])</a:t>
            </a:r>
            <a:br/>
            <a:br/>
            <a:r>
              <a:t># Development</a:t>
            </a:r>
            <a:br/>
            <a:r>
              <a:t>serve(agent)  # http://0.0.0.0:8000</a:t>
            </a:r>
            <a:br/>
            <a:br/>
            <a:r>
              <a:t># Production</a:t>
            </a:r>
            <a:br/>
            <a:r>
              <a:t>serve(</a:t>
            </a:r>
            <a:br/>
            <a:r>
              <a:t>    agent,</a:t>
            </a:r>
            <a:br/>
            <a:r>
              <a:t>    port=8000,</a:t>
            </a:r>
            <a:br/>
            <a:r>
              <a:t>    host="0.0.0.0",</a:t>
            </a:r>
            <a:br/>
            <a:r>
              <a:t>    workers=4,              # Multiple worker processes</a:t>
            </a:r>
            <a:br/>
            <a:r>
              <a:t>    timeout_keep_alive=30,  # Match load balancer timeout</a:t>
            </a:r>
            <a:br/>
            <a:r>
              <a:t>    log_level="warning",</a:t>
            </a:r>
            <a:br/>
            <a:r>
              <a:t>)</a:t>
            </a:r>
            <a:br/>
            <a:br/>
            <a:r>
              <a:t># Workers: Use (2 × cpu_cores) + 1 for production</a:t>
            </a:r>
            <a:br/>
            <a:r>
              <a:t># Keep-Alive: Set to match your load balancer (AWS ALB default is 60s)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REST API Endpoints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00000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00000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00000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/health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Health check (non-blocking, immediate response)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/api/chat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Synchronous chat - wait for full response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/api/chat-stream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Streaming chat - NDJSON token stream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Request/Response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HelpDesk protocol for DuploCloud integration: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# Request</a:t>
            </a:r>
            <a:br/>
            <a:r>
              <a:t>{</a:t>
            </a:r>
            <a:br/>
            <a:r>
              <a:t>  "messages": [</a:t>
            </a:r>
            <a:br/>
            <a:r>
              <a:t>    {"role": "user", "content": "List the pods in production"}</a:t>
            </a:r>
            <a:br/>
            <a:r>
              <a:t>  ],</a:t>
            </a:r>
            <a:br/>
            <a:r>
              <a:t>  "data": {</a:t>
            </a:r>
            <a:br/>
            <a:r>
              <a:t>    "platform_context": {"tenant_name": "prod", "user_id": "alice"},</a:t>
            </a:r>
            <a:br/>
            <a:r>
              <a:t>    "session": {"previous_query": "..."}</a:t>
            </a:r>
            <a:br/>
            <a:r>
              <a:t>  }</a:t>
            </a:r>
            <a:br/>
            <a:r>
              <a:t>}</a:t>
            </a:r>
            <a:br/>
            <a:br/>
            <a:r>
              <a:t># Response</a:t>
            </a:r>
            <a:br/>
            <a:r>
              <a:t>{</a:t>
            </a:r>
            <a:br/>
            <a:r>
              <a:t>  "role": "assistant",</a:t>
            </a:r>
            <a:br/>
            <a:r>
              <a:t>  "content": "Here are the pods in production: nginx, redis, api...",</a:t>
            </a:r>
            <a:br/>
            <a:r>
              <a:t>  "data": {</a:t>
            </a:r>
            <a:br/>
            <a:r>
              <a:t>    "tool_calls": [],           # Pending approvals</a:t>
            </a:r>
            <a:br/>
            <a:r>
              <a:t>    "executed_tool_calls": [],  # Completed tools</a:t>
            </a:r>
            <a:br/>
            <a:r>
              <a:t>    "session": {}               # Updated session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Streaming Responses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Real-time token-by-token output via /api/chat-stream: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365759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3383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# Request</a:t>
            </a:r>
            <a:br/>
            <a:r>
              <a:t>curl -X POST http://localhost:8000/api/chat-stream \</a:t>
            </a:r>
            <a:br/>
            <a:r>
              <a:t>  -H "Content-Type: application/json" \</a:t>
            </a:r>
            <a:br/>
            <a:r>
              <a:t>  -d '{"messages": [{"role": "user", "content": "Explain Kubernetes"}]}'</a:t>
            </a:r>
            <a:br/>
            <a:br/>
            <a:r>
              <a:t># Response stream (NDJSON - one JSON object per line)</a:t>
            </a:r>
            <a:br/>
            <a:r>
              <a:t>{"type": "text_delta", "text": "Kubernetes"}</a:t>
            </a:r>
            <a:br/>
            <a:r>
              <a:t>{"type": "text_delta", "text": " is a container"}</a:t>
            </a:r>
            <a:br/>
            <a:r>
              <a:t>{"type": "text_delta", "text": " orchestration platform..."}</a:t>
            </a:r>
            <a:br/>
            <a:r>
              <a:t>{"type": "tool_calls", "tool_calls": [...]}</a:t>
            </a:r>
            <a:br/>
            <a:r>
              <a:t>{"type": "executed_tool_calls", "executed_tool_calls": [...]}</a:t>
            </a:r>
            <a:br/>
            <a:r>
              <a:t>{"type": "done"}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Human-in-the-Loop Approval</a:t>
            </a:r>
          </a:p>
          <a:p>
            <a:pPr algn="ctr">
              <a:defRPr sz="2400">
                <a:solidFill>
                  <a:srgbClr val="646464"/>
                </a:solidFill>
              </a:defRPr>
            </a:pPr>
            <a:r>
              <a:t>Safe execution of dangerous operations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Why Approval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Dangerous operations need human oversight: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Deleting resources (pods, deployments, databases)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Modifying production configurations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Scaling infrastructure up/down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Executing shell commands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Any irreversible action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Benefits: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Prevents accidental damage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Creates audit trail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Builds trust in AI-assisted workflows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Marking Tools for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Add requires_approval=True: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4206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# Safe operation - executes immediately</a:t>
            </a:r>
            <a:br/>
            <a:r>
              <a:t>@tool(description="List pods in a namespace")</a:t>
            </a:r>
            <a:br/>
            <a:r>
              <a:t>def list_pods(namespace: str = "default") -&gt; str:</a:t>
            </a:r>
            <a:br/>
            <a:r>
              <a:t>    return kubectl(f"get pods -n {namespace}")</a:t>
            </a:r>
            <a:br/>
            <a:br/>
            <a:r>
              <a:t># Dangerous operation - pauses for approval</a:t>
            </a:r>
            <a:br/>
            <a:r>
              <a:t>@tool(requires_approval=True, description="Delete a pod")</a:t>
            </a:r>
            <a:br/>
            <a:r>
              <a:t>def delete_pod(name: str, namespace: str = "default") -&gt; str:</a:t>
            </a:r>
            <a:br/>
            <a:r>
              <a:t>    return kubectl(f"delete pod {name} -n {namespace}")</a:t>
            </a:r>
            <a:br/>
            <a:br/>
            <a:r>
              <a:t># Also dangerous</a:t>
            </a:r>
            <a:br/>
            <a:r>
              <a:t>@tool(requires_approval=True, description="Scale deployment")</a:t>
            </a:r>
            <a:br/>
            <a:r>
              <a:t>def scale_deployment(name: str, replicas: int) -&gt; str:</a:t>
            </a:r>
            <a:br/>
            <a:r>
              <a:t>    return kubectl(f"scale deployment {name} --replicas={replicas}")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The Approval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1. User: "Delete the nginx pod in production"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2. Agent identifies delete_pod requires approval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3. Agent PAUSES and returns pending tool call: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   {tool_calls: [{name: 'delete_pod', execute: false}]}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4. User reviews and decides: Approve or Reject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5. User sends approval: {execute: true}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6. Agent executes tool and returns result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Response with Pending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When approval is needed, the agent returns: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3931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{</a:t>
            </a:r>
            <a:br/>
            <a:r>
              <a:t>  "role": "assistant",</a:t>
            </a:r>
            <a:br/>
            <a:r>
              <a:t>  "content": "I'll delete the nginx pod. This requires your approval.",</a:t>
            </a:r>
            <a:br/>
            <a:r>
              <a:t>  "data": {</a:t>
            </a:r>
            <a:br/>
            <a:r>
              <a:t>    "tool_calls": [{</a:t>
            </a:r>
            <a:br/>
            <a:r>
              <a:t>      "id": "tc_abc123",</a:t>
            </a:r>
            <a:br/>
            <a:r>
              <a:t>      "name": "delete_pod",</a:t>
            </a:r>
            <a:br/>
            <a:r>
              <a:t>      "input": {"name": "nginx", "namespace": "production"},</a:t>
            </a:r>
            <a:br/>
            <a:r>
              <a:t>      "execute": false,</a:t>
            </a:r>
            <a:br/>
            <a:r>
              <a:t>      "tool_description": "Delete a pod"</a:t>
            </a:r>
            <a:br/>
            <a:r>
              <a:t>    }]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Sending Approval or Rejection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Approve with execute: true, or reject with rejection_reason: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# Approve</a:t>
            </a:r>
            <a:br/>
            <a:r>
              <a:t>{</a:t>
            </a:r>
            <a:br/>
            <a:r>
              <a:t>  "messages": [...],</a:t>
            </a:r>
            <a:br/>
            <a:r>
              <a:t>  "data": {</a:t>
            </a:r>
            <a:br/>
            <a:r>
              <a:t>    "tool_calls": [{</a:t>
            </a:r>
            <a:br/>
            <a:r>
              <a:t>      "id": "tc_abc123",</a:t>
            </a:r>
            <a:br/>
            <a:r>
              <a:t>      "name": "delete_pod", </a:t>
            </a:r>
            <a:br/>
            <a:r>
              <a:t>      "input": {"name": "nginx", "namespace": "production"},</a:t>
            </a:r>
            <a:br/>
            <a:r>
              <a:t>      "execute": true  # APPROVED</a:t>
            </a:r>
            <a:br/>
            <a:r>
              <a:t>    }]</a:t>
            </a:r>
            <a:br/>
            <a:r>
              <a:t>  }</a:t>
            </a:r>
            <a:br/>
            <a:r>
              <a:t>}</a:t>
            </a:r>
            <a:br/>
            <a:br/>
            <a:r>
              <a:t># Reject</a:t>
            </a:r>
            <a:br/>
            <a:r>
              <a:t>{</a:t>
            </a:r>
            <a:br/>
            <a:r>
              <a:t>  "data": {</a:t>
            </a:r>
            <a:br/>
            <a:r>
              <a:t>    "tool_calls": [{</a:t>
            </a:r>
            <a:br/>
            <a:r>
              <a:t>      "id": "tc_abc123",</a:t>
            </a:r>
            <a:br/>
            <a:r>
              <a:t>      "rejection_reason": "Wrong pod - I meant nginx-v1"  # REJECTED</a:t>
            </a:r>
            <a:br/>
            <a:r>
              <a:t>    }]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Programmatic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Handle approvals in code: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response = agent.run(messages)</a:t>
            </a:r>
            <a:br/>
            <a:br/>
            <a:r>
              <a:t>if response.needs_approval:</a:t>
            </a:r>
            <a:br/>
            <a:r>
              <a:t>    for pending in response.pending_tools:</a:t>
            </a:r>
            <a:br/>
            <a:r>
              <a:t>        print(f"Tool: {pending.name}")</a:t>
            </a:r>
            <a:br/>
            <a:r>
              <a:t>        print(f"Input: {pending.input}")</a:t>
            </a:r>
            <a:br/>
            <a:r>
              <a:t>        </a:t>
            </a:r>
            <a:br/>
            <a:r>
              <a:t>        if confirm(f"Approve {pending.name}?"):</a:t>
            </a:r>
            <a:br/>
            <a:r>
              <a:t>            pending.approve()</a:t>
            </a:r>
            <a:br/>
            <a:r>
              <a:t>        else:</a:t>
            </a:r>
            <a:br/>
            <a:r>
              <a:t>            pending.reject("User declined")</a:t>
            </a:r>
            <a:br/>
            <a:r>
              <a:t>    </a:t>
            </a:r>
            <a:br/>
            <a:r>
              <a:t>    # Continue after handling approvals</a:t>
            </a:r>
            <a:br/>
            <a:r>
              <a:t>    response = agent.resume(response.conversation_id)</a:t>
            </a:r>
            <a:br/>
            <a:br/>
            <a:r>
              <a:t>print(response.text)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Session Management</a:t>
            </a:r>
          </a:p>
          <a:p>
            <a:pPr algn="ctr">
              <a:defRPr sz="2400">
                <a:solidFill>
                  <a:srgbClr val="646464"/>
                </a:solidFill>
              </a:defRPr>
            </a:pPr>
            <a:r>
              <a:t>Persist state across conversations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What is a Session?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Sessions persist state across conversation turns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Features: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Key-value storage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Travels with request/response automatically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Typed storage - Pydantic models &amp; dataclasses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Auto-serialization/deserialization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Use cases: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Remember user preferences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Track multi-step workflows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Store typed domain objects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Using Session in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Add session: Session parameter: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4480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from dcaf.core import Session</a:t>
            </a:r>
            <a:br/>
            <a:r>
              <a:t>from dcaf.tools import tool</a:t>
            </a:r>
            <a:br/>
            <a:br/>
            <a:r>
              <a:t>@tool(description="Greet the user")</a:t>
            </a:r>
            <a:br/>
            <a:r>
              <a:t>def greet(name: str, session: Session) -&gt; str:</a:t>
            </a:r>
            <a:br/>
            <a:r>
              <a:t>    '''Remember if we've met before.'''</a:t>
            </a:r>
            <a:br/>
            <a:r>
              <a:t>    if session.get("greeted"):</a:t>
            </a:r>
            <a:br/>
            <a:r>
              <a:t>        return f"Welcome back, {name}!"</a:t>
            </a:r>
            <a:br/>
            <a:r>
              <a:t>    </a:t>
            </a:r>
            <a:br/>
            <a:r>
              <a:t>    session.set("greeted", True)</a:t>
            </a:r>
            <a:br/>
            <a:r>
              <a:t>    session.set("user_name", name)</a:t>
            </a:r>
            <a:br/>
            <a:r>
              <a:t>    return f"Hello {name}, nice to meet you!"</a:t>
            </a:r>
            <a:br/>
            <a:br/>
            <a:r>
              <a:t># First call: "Hello Alice, nice to meet you!"</a:t>
            </a:r>
            <a:br/>
            <a:r>
              <a:t># Second call: "Welcome back, Alice!"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Session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Reading: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session.get(key, default) - Get value or default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session.get(key, as_type=Model) - Get as typed model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session.has(key) - Check if key exists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Writing: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session.set(key, value) - Store (auto-serializes models)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session.update({...}) - Bulk update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session.delete(key) - Remove a key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session.clear() - Remove all data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Typed Session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Store Pydantic models with auto-serialization: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from pydantic import BaseModel</a:t>
            </a:r>
            <a:br/>
            <a:r>
              <a:t>from dcaf.core import Session</a:t>
            </a:r>
            <a:br/>
            <a:br/>
            <a:r>
              <a:t>class ShoppingCart(BaseModel):</a:t>
            </a:r>
            <a:br/>
            <a:r>
              <a:t>    items: list[dict] = []</a:t>
            </a:r>
            <a:br/>
            <a:r>
              <a:t>    discount: str | None = None</a:t>
            </a:r>
            <a:br/>
            <a:br/>
            <a:r>
              <a:t># Store - auto-serializes via model_dump()</a:t>
            </a:r>
            <a:br/>
            <a:r>
              <a:t>cart = ShoppingCart(items=[{"name": "Widget", "qty": 2}])</a:t>
            </a:r>
            <a:br/>
            <a:r>
              <a:t>session.set("cart", cart)</a:t>
            </a:r>
            <a:br/>
            <a:br/>
            <a:r>
              <a:t># Retrieve as typed - auto-deserializes</a:t>
            </a:r>
            <a:br/>
            <a:r>
              <a:t>cart = session.get("cart", as_type=ShoppingCart)</a:t>
            </a:r>
            <a:br/>
            <a:r>
              <a:t>print(cart.items[0]["name"])  # "Widget"</a:t>
            </a:r>
            <a:br/>
            <a:br/>
            <a:r>
              <a:t># Without type - returns raw dict</a:t>
            </a:r>
            <a:br/>
            <a:r>
              <a:t>raw = session.get("cart")  # {"items": [...], "discount": None}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Session in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Session travels in data.session: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# Request - pass previous session</a:t>
            </a:r>
            <a:br/>
            <a:r>
              <a:t>{</a:t>
            </a:r>
            <a:br/>
            <a:r>
              <a:t>  "messages": [{"role": "user", "content": "Hi again"}],</a:t>
            </a:r>
            <a:br/>
            <a:r>
              <a:t>  "data": {</a:t>
            </a:r>
            <a:br/>
            <a:r>
              <a:t>    "session": {"greeted": true, "user_name": "Alice"}</a:t>
            </a:r>
            <a:br/>
            <a:r>
              <a:t>  }</a:t>
            </a:r>
            <a:br/>
            <a:r>
              <a:t>}</a:t>
            </a:r>
            <a:br/>
            <a:br/>
            <a:r>
              <a:t># Response - includes updated session</a:t>
            </a:r>
            <a:br/>
            <a:r>
              <a:t>{</a:t>
            </a:r>
            <a:br/>
            <a:r>
              <a:t>  "content": "Welcome back, Alice!",</a:t>
            </a:r>
            <a:br/>
            <a:r>
              <a:t>  "data": {</a:t>
            </a:r>
            <a:br/>
            <a:r>
              <a:t>    "session": {"greeted": true, "user_name": "Alice", "visits": 2}</a:t>
            </a:r>
            <a:br/>
            <a:r>
              <a:t>  }</a:t>
            </a:r>
            <a:br/>
            <a:r>
              <a:t>}</a:t>
            </a:r>
            <a:br/>
            <a:br/>
            <a:r>
              <a:t># Client stores session and sends it with next request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Multi-Step Workflow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19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@tool(description="Start deployment wizard")</a:t>
            </a:r>
            <a:br/>
            <a:r>
              <a:t>def start_deploy(session: Session) -&gt; str:</a:t>
            </a:r>
            <a:br/>
            <a:r>
              <a:t>    session.set("wizard_step", 1)</a:t>
            </a:r>
            <a:br/>
            <a:r>
              <a:t>    return "Step 1: What service do you want to deploy?"</a:t>
            </a:r>
            <a:br/>
            <a:br/>
            <a:r>
              <a:t>@tool(description="Set deployment service")  </a:t>
            </a:r>
            <a:br/>
            <a:r>
              <a:t>def set_service(name: str, session: Session) -&gt; str:</a:t>
            </a:r>
            <a:br/>
            <a:r>
              <a:t>    session.set("service_name", name)</a:t>
            </a:r>
            <a:br/>
            <a:r>
              <a:t>    session.set("wizard_step", 2)</a:t>
            </a:r>
            <a:br/>
            <a:r>
              <a:t>    return f"Service: {name}. Step 2: How many replicas?"</a:t>
            </a:r>
            <a:br/>
            <a:br/>
            <a:r>
              <a:t>@tool(description="Set replica count")</a:t>
            </a:r>
            <a:br/>
            <a:r>
              <a:t>def set_replicas(count: int, session: Session) -&gt; str:</a:t>
            </a:r>
            <a:br/>
            <a:r>
              <a:t>    session.set("replicas", count)</a:t>
            </a:r>
            <a:br/>
            <a:r>
              <a:t>    service = session.get("service_name")</a:t>
            </a:r>
            <a:br/>
            <a:r>
              <a:t>    return f"Deploy {service} with {count} replicas? (requires approval)"</a:t>
            </a:r>
            <a:br/>
            <a:br/>
            <a:r>
              <a:t>@tool(requires_approval=True, description="Execute deployment")</a:t>
            </a:r>
            <a:br/>
            <a:r>
              <a:t>def execute_deploy(session: Session) -&gt; str:</a:t>
            </a:r>
            <a:br/>
            <a:r>
              <a:t>    service, replicas = session.get("service_name"), session.get("replicas")</a:t>
            </a:r>
            <a:br/>
            <a:r>
              <a:t>    session.clear()  # Reset wizard</a:t>
            </a:r>
            <a:br/>
            <a:r>
              <a:t>    return f"Deployed {service} with {replicas} replicas!"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Advanced Topics</a:t>
            </a:r>
          </a:p>
          <a:p>
            <a:pPr algn="ctr">
              <a:defRPr sz="2400">
                <a:solidFill>
                  <a:srgbClr val="646464"/>
                </a:solidFill>
              </a:defRPr>
            </a:pPr>
            <a:r>
              <a:t>Platform context and more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Platform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Automatic context extraction from requests: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Available fields: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tenant_name - DuploCloud tenant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k8s_namespace - Kubernetes namespace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user_id - Requesting user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duplo_token - Authentication token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kubeconfig - Base64-encoded kubeconfig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aws_credentials - AWS credential info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Access in tools via platform_context parameter.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Using Platform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Add platform_context: dict parameter to your tool: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11277295" cy="3931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79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nsolas"/>
              </a:defRPr>
            </a:pPr>
            <a:r>
              <a:t>@tool(description="List resources for current tenant")</a:t>
            </a:r>
            <a:br/>
            <a:r>
              <a:t>def list_tenant_resources(resource_type: str, platform_context: dict) -&gt; str:</a:t>
            </a:r>
            <a:br/>
            <a:r>
              <a:t>    tenant = platform_context.get("tenant_name")</a:t>
            </a:r>
            <a:br/>
            <a:r>
              <a:t>    namespace = platform_context.get("k8s_namespace")</a:t>
            </a:r>
            <a:br/>
            <a:r>
              <a:t>    token = platform_context.get("duplo_token")</a:t>
            </a:r>
            <a:br/>
            <a:r>
              <a:t>    </a:t>
            </a:r>
            <a:br/>
            <a:r>
              <a:t>    # Use context for tenant-scoped operations</a:t>
            </a:r>
            <a:br/>
            <a:r>
              <a:t>    return api_call(f"/tenants/{tenant}/resources/{resource_type}")</a:t>
            </a:r>
            <a:br/>
            <a:br/>
            <a:r>
              <a:t># In custom agent functions, context is passed directly:</a:t>
            </a:r>
            <a:br/>
            <a:r>
              <a:t>def my_agent(messages: list, context: dict) -&gt; AgentResult:</a:t>
            </a:r>
            <a:br/>
            <a:r>
              <a:t>    tenant = context.get("tenant_name")</a:t>
            </a:r>
            <a:br/>
            <a:r>
              <a:t>    # ...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Summary</a:t>
            </a:r>
          </a:p>
          <a:p>
            <a:pPr algn="ctr">
              <a:defRPr sz="2400">
                <a:solidFill>
                  <a:srgbClr val="646464"/>
                </a:solidFill>
              </a:defRPr>
            </a:pPr>
            <a:r>
              <a:t>Getting started with DCAF Core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Key Concepts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00000"/>
                          </a:solidFill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00000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LLM-powered assistant - the orchestrator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Function the agent can call (auto/dict/Pydantic schema)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Approval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Human authorization for dangerous operations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Persist state across conversation turns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serve()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One-line REST API server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Platform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Runtime environment (tenant, namespace)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Installation: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   pip install git+https://github.com/duplocloud/dcaf.git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Documentation: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docs/core/index.md - Core Overview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docs/core/server.md - Server Guide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docs/guides/building-tools.md - Building Tools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docs/guides/custom-agents.md - Custom Agents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Examples: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• examples/core_server.py - Complete example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1. Agent First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   The Agent is your LLM-powered orchestrator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2. Tools are Functions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   Define with @tool - auto, dict, or Pydantic schema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3. Human-in-the-Loop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   Built-in approval for dangerous operations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4. Session State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   Persist data across conversation turns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5. One-Line Server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   serve(agent) - production-ready REST API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0000"/>
                </a:solidFill>
              </a:defRPr>
            </a:pPr>
            <a:r>
              <a:t>Questions?</a:t>
            </a:r>
          </a:p>
          <a:p>
            <a:pPr algn="ctr">
              <a:defRPr sz="2800">
                <a:solidFill>
                  <a:srgbClr val="646464"/>
                </a:solidFill>
              </a:defRPr>
            </a:pPr>
            <a:r>
              <a:t>DCAF Core - DuploCloud Agent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